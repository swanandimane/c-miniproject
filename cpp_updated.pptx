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2AF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C++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EEEEE"/>
                </a:solidFill>
                <a:latin typeface="Calibri"/>
              </a:defRPr>
            </a:pPr>
            <a:r>
              <a:t>Student Management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926080"/>
            <a:ext cx="45720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017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  <a:latin typeface="Calibri"/>
              </a:defRPr>
            </a:pPr>
            <a:r>
              <a:t>Sarthak  •  Mansi  •  Swanandi  •  Rudra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👥  Team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" cy="64008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Calibri"/>
              </a:defRPr>
            </a:pPr>
            <a:r>
              <a:t>Sarthak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190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C7D"/>
                </a:solidFill>
                <a:latin typeface="Calibri"/>
              </a:defRPr>
            </a:pPr>
            <a:r>
              <a:t>Lead Developer &amp; 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48840"/>
            <a:ext cx="7315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48840"/>
            <a:ext cx="73152" cy="64008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24028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Calibri"/>
              </a:defRPr>
            </a:pPr>
            <a:r>
              <a:t>Mansi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9631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C7D"/>
                </a:solidFill>
                <a:latin typeface="Calibri"/>
              </a:defRPr>
            </a:pPr>
            <a:r>
              <a:t>Database Design &amp; File Handling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926080"/>
            <a:ext cx="7315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73152" cy="64008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01752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Calibri"/>
              </a:defRPr>
            </a:pPr>
            <a:r>
              <a:t>Swanandi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7355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C7D"/>
                </a:solidFill>
                <a:latin typeface="Calibri"/>
              </a:defRPr>
            </a:pPr>
            <a:r>
              <a:t>UI Development &amp;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703320"/>
            <a:ext cx="7315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73152" cy="64008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794759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Calibri"/>
              </a:defRPr>
            </a:pPr>
            <a:r>
              <a:t>Rudra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50791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C7D"/>
                </a:solidFill>
                <a:latin typeface="Calibri"/>
              </a:defRPr>
            </a:pPr>
            <a:r>
              <a:t>Documentation &amp; Code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💡 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B8F71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  <a:latin typeface="Calibri"/>
              </a:defRPr>
            </a:pPr>
            <a:r>
              <a:t>Managing student records manually in educational institutions leads to several critical issues: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0604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Time-consuming data entry and retrieval processes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5351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High risk of human errors in record keeping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0098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Difficulty in organizing and searching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4845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Data loss due to physical damage or misplacement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9592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Inefficient performance tracking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✓ 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36576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657600" cy="13716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C7D"/>
                </a:solidFill>
                <a:latin typeface="Calibri"/>
              </a:defRPr>
            </a:pPr>
            <a:r>
              <a:t>Automate student record management processes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6576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1463040"/>
            <a:ext cx="3657600" cy="13716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7830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Calibri"/>
              </a:defRPr>
            </a:pPr>
            <a:r>
              <a:t>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C7D"/>
                </a:solidFill>
                <a:latin typeface="Calibri"/>
              </a:defRPr>
            </a:pPr>
            <a:r>
              <a:t>Store and retrieve data efficiently using file handling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36576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3657600" cy="13716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C7D"/>
                </a:solidFill>
                <a:latin typeface="Calibri"/>
              </a:defRPr>
            </a:pPr>
            <a:r>
              <a:t>Reduce manual effort and eliminate human errors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926080"/>
            <a:ext cx="36576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2926080"/>
            <a:ext cx="3657600" cy="13716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2461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Calibri"/>
              </a:defRPr>
            </a:pPr>
            <a:r>
              <a:t>Organization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566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C7D"/>
                </a:solidFill>
                <a:latin typeface="Calibri"/>
              </a:defRPr>
            </a:pPr>
            <a:r>
              <a:t>Maintain systematic and organized student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&lt;/&gt;  C++ Concepts Applied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" cy="68580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8132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Calibri"/>
              </a:defRPr>
            </a:pPr>
            <a:r>
              <a:t>Classes &amp;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556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C7D"/>
                </a:solidFill>
                <a:latin typeface="Calibri"/>
              </a:defRPr>
            </a:pPr>
            <a:r>
              <a:t>Student class with attributes and methods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48840"/>
            <a:ext cx="73152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48840"/>
            <a:ext cx="73152" cy="68580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2585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Calibri"/>
              </a:defRPr>
            </a:pPr>
            <a:r>
              <a:t>File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3288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C7D"/>
                </a:solidFill>
                <a:latin typeface="Calibri"/>
              </a:defRPr>
            </a:pPr>
            <a:r>
              <a:t>Read/write operations for persistent 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926080"/>
            <a:ext cx="73152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73152" cy="68580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03580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Calibri"/>
              </a:defRPr>
            </a:pPr>
            <a:r>
              <a:t>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101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C7D"/>
                </a:solidFill>
                <a:latin typeface="Calibri"/>
              </a:defRPr>
            </a:pPr>
            <a:r>
              <a:t>Modular code for add, search, update operations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703320"/>
            <a:ext cx="73152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73152" cy="68580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8130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Calibri"/>
              </a:defRPr>
            </a:pPr>
            <a:r>
              <a:t>Conditional Statements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8736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C7D"/>
                </a:solidFill>
                <a:latin typeface="Calibri"/>
              </a:defRPr>
            </a:pPr>
            <a:r>
              <a:t>Input validation and menu-driven logic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480559"/>
            <a:ext cx="73152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480559"/>
            <a:ext cx="73152" cy="68580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59028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Calibri"/>
              </a:defRPr>
            </a:pPr>
            <a:r>
              <a:t>OOP Principles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864607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C7D"/>
                </a:solidFill>
                <a:latin typeface="Calibri"/>
              </a:defRPr>
            </a:pPr>
            <a:r>
              <a:t>Encapsulation and data abstraction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⚙  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19456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194560" cy="13716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Student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Roll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Name, 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Contact info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371600"/>
            <a:ext cx="219456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371600"/>
            <a:ext cx="2194560" cy="13716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737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  <a:latin typeface="Calibri"/>
              </a:defRPr>
            </a:pPr>
            <a: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945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Data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14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File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834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Search/update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54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Calculations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371600"/>
            <a:ext cx="219456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371600"/>
            <a:ext cx="2194560" cy="13716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737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945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Student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514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Search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834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154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• Status messages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24688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B8F71"/>
                </a:solidFill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4688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B8F71"/>
                </a:solidFill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🏆  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34747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3474720" cy="13716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Calibri"/>
              </a:defRPr>
            </a:pPr>
            <a:r>
              <a:t>User-Friendly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C7D"/>
                </a:solidFill>
                <a:latin typeface="Calibri"/>
              </a:defRPr>
            </a:pPr>
            <a:r>
              <a:t>Simple menu-driven interface for easy navigation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4747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1463040"/>
            <a:ext cx="3474720" cy="13716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8288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Calibri"/>
              </a:defRPr>
            </a:pPr>
            <a:r>
              <a:t>Time Saving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C7D"/>
                </a:solidFill>
                <a:latin typeface="Calibri"/>
              </a:defRPr>
            </a:pPr>
            <a:r>
              <a:t>Quick data entry and retrieval operations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17520"/>
            <a:ext cx="34747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017520"/>
            <a:ext cx="3474720" cy="13716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79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Calibri"/>
              </a:defRPr>
            </a:pPr>
            <a:r>
              <a:t>Accurate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C7D"/>
                </a:solidFill>
                <a:latin typeface="Calibri"/>
              </a:defRPr>
            </a:pPr>
            <a:r>
              <a:t>Eliminates manual errors in record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017520"/>
            <a:ext cx="34747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3017520"/>
            <a:ext cx="3474720" cy="137160"/>
          </a:xfrm>
          <a:prstGeom prst="rect">
            <a:avLst/>
          </a:prstGeom>
          <a:solidFill>
            <a:srgbClr val="6B8F71"/>
          </a:solidFill>
          <a:ln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383279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Calibri"/>
              </a:defRPr>
            </a:pPr>
            <a:r>
              <a:t>Organized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703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C7D"/>
                </a:solidFill>
                <a:latin typeface="Calibri"/>
              </a:defRPr>
            </a:pPr>
            <a:r>
              <a:t>Systematic storage and categorization of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2AF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554480"/>
            <a:ext cx="640080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830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B8F71"/>
                </a:solidFill>
                <a:latin typeface="Calibri"/>
              </a:defRPr>
            </a:pPr>
            <a: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  <a:latin typeface="Calibri"/>
              </a:defRPr>
            </a:pPr>
            <a:r>
              <a:t>The Student Management System successfully demonstrates practical application of C++ programming concepts including OOP, file handling, and data structures to solve real-world problems in educational administration.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Calibri"/>
              </a:defRPr>
            </a:pPr>
            <a:r>
              <a:t>Learning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29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A6C7D"/>
                </a:solidFill>
                <a:latin typeface="Calibri"/>
              </a:defRPr>
            </a:pPr>
            <a:r>
              <a:t>Enhanced understanding of OOP principles  •  Improved file handling skills  •  Practical software development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9776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A6C7D"/>
                </a:solidFill>
                <a:latin typeface="Calibri"/>
              </a:defRPr>
            </a:pPr>
            <a:r>
              <a:t>Future Scope: Database integration, GUI development, multi-user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